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1737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Stride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791494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Financial inclusion for informal workers in Southern Africa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3356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Domestic workers. Day labourers. Stokvel members. Stride gives them something they've never had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verified proof of income.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5019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Problem: Paid in Cash, Invisible to Finance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43013"/>
            <a:ext cx="6296860" cy="1252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6779" y="2232124"/>
            <a:ext cx="283232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formal proof of income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926779" y="258960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informal workers are paid in cash with no written record — no payslip, no contract, no paper trail.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48943"/>
            <a:ext cx="6296860" cy="1252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6779" y="3638054"/>
            <a:ext cx="341859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Cannot access credit or services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926779" y="399553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proof of earnings, workers cannot qualify for loans, rental agreements, or formal financial products.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54873"/>
            <a:ext cx="6296860" cy="12528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6779" y="5043984"/>
            <a:ext cx="415468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Fragmented and non-portable systems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26779" y="540146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tools are cash-based, employer-specific, or not designed to follow workers across jobs and locations.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0552"/>
            <a:ext cx="48624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This Matters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57103"/>
            <a:ext cx="1904952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834852"/>
            <a:ext cx="353428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Millions are earning — but locked out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2519363"/>
            <a:ext cx="353428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Informal workers in Southern Africa contribute significantly to the economy, yet remain invisible to formal financial systems. Without verifiable income, they cannot: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2189" y="3949898"/>
            <a:ext cx="3534282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Apply for loans or credit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rental housing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 savings or investment accounts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portable financial identity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2189" y="5282605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result is a cycle of exclusion — even for those who work regularly and reliably.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65336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Our Solution: A Payslip Built from Real Payments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Stride generates 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verified, signed payslip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every real payment made through the platform — portable, shareable, and tied to actual transaction data.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11" y="1076027"/>
            <a:ext cx="9890473" cy="523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9981" y="4820150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Employer Payment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346085" y="5212784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Employer pays worker through Stride.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44679" y="1810858"/>
            <a:ext cx="2564287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Verified Transaction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89657" y="2203493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Payment creates a verified transaction record.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58647" y="1810858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Signed Payslip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258647" y="2203493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Stride generates a signed digital payslip.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2470" y="4820319"/>
            <a:ext cx="244541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Reusable Proof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182470" y="5212954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Worker uses payslip as income proof.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475" y="636785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 time, workers build 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reusable income history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 financial identity that travels with them across employers and opportunities.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5901086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Other Solutions — and Why They Fall Short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80755"/>
            <a:ext cx="21210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gap no one has filled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83260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tools either move money without creating a record, or create records that only work inside formal employment structures. None of them help informal workers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prove who they are financially.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675856"/>
            <a:ext cx="5315512" cy="375047"/>
          </a:xfrm>
          <a:prstGeom prst="roundRect">
            <a:avLst>
              <a:gd name="adj" fmla="val 23388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797598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745309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Stride is the only solution designed specifically to generate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verifiable income proof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informal workers — not just to facilitate payment.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1605"/>
            <a:ext cx="4020838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Stride Is Better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173956"/>
            <a:ext cx="6296860" cy="1196181"/>
          </a:xfrm>
          <a:prstGeom prst="roundRect">
            <a:avLst>
              <a:gd name="adj" fmla="val 9955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5365616" y="1306215"/>
            <a:ext cx="396865" cy="396875"/>
          </a:xfrm>
          <a:prstGeom prst="roundRect">
            <a:avLst>
              <a:gd name="adj" fmla="val 19198084"/>
            </a:avLst>
          </a:prstGeom>
          <a:solidFill>
            <a:srgbClr val="43895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754" y="1415355"/>
            <a:ext cx="178589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5616" y="1795661"/>
            <a:ext cx="2057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Proof, Not Just Payment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65616" y="2057896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transaction becomes a signed, verifiable record — not just a transfer.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462709"/>
            <a:ext cx="6296860" cy="1196181"/>
          </a:xfrm>
          <a:prstGeom prst="roundRect">
            <a:avLst>
              <a:gd name="adj" fmla="val 9955"/>
            </a:avLst>
          </a:prstGeom>
          <a:solidFill>
            <a:srgbClr val="E8F3E8"/>
          </a:solidFill>
          <a:ln/>
        </p:spPr>
      </p:sp>
      <p:sp>
        <p:nvSpPr>
          <p:cNvPr id="10" name="Shape 6"/>
          <p:cNvSpPr/>
          <p:nvPr/>
        </p:nvSpPr>
        <p:spPr>
          <a:xfrm>
            <a:off x="5365616" y="2594967"/>
            <a:ext cx="396865" cy="396875"/>
          </a:xfrm>
          <a:prstGeom prst="roundRect">
            <a:avLst>
              <a:gd name="adj" fmla="val 19198084"/>
            </a:avLst>
          </a:prstGeom>
          <a:solidFill>
            <a:srgbClr val="4389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4754" y="2704108"/>
            <a:ext cx="178589" cy="1785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5616" y="3084413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Fully Portable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65616" y="3346648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payslip follows the worker across employers, locations, and use cases.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751461"/>
            <a:ext cx="6296860" cy="1196181"/>
          </a:xfrm>
          <a:prstGeom prst="roundRect">
            <a:avLst>
              <a:gd name="adj" fmla="val 9955"/>
            </a:avLst>
          </a:prstGeom>
          <a:solidFill>
            <a:srgbClr val="E8F3E8"/>
          </a:solidFill>
          <a:ln/>
        </p:spPr>
      </p:sp>
      <p:sp>
        <p:nvSpPr>
          <p:cNvPr id="15" name="Shape 10"/>
          <p:cNvSpPr/>
          <p:nvPr/>
        </p:nvSpPr>
        <p:spPr>
          <a:xfrm>
            <a:off x="5365616" y="3883720"/>
            <a:ext cx="396865" cy="396875"/>
          </a:xfrm>
          <a:prstGeom prst="roundRect">
            <a:avLst>
              <a:gd name="adj" fmla="val 19198084"/>
            </a:avLst>
          </a:prstGeom>
          <a:solidFill>
            <a:srgbClr val="4389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4754" y="3992860"/>
            <a:ext cx="178589" cy="1785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5616" y="4373166"/>
            <a:ext cx="20713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Builds Financial Identity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65616" y="4635401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Workers accumulate a reusable income history that grows over time.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5040213"/>
            <a:ext cx="6296860" cy="1196181"/>
          </a:xfrm>
          <a:prstGeom prst="roundRect">
            <a:avLst>
              <a:gd name="adj" fmla="val 9955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5365616" y="5172472"/>
            <a:ext cx="396865" cy="396875"/>
          </a:xfrm>
          <a:prstGeom prst="roundRect">
            <a:avLst>
              <a:gd name="adj" fmla="val 19198084"/>
            </a:avLst>
          </a:prstGeom>
          <a:solidFill>
            <a:srgbClr val="43895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4754" y="5281612"/>
            <a:ext cx="178589" cy="1785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5616" y="5661918"/>
            <a:ext cx="263508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Designed for Informal Workers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65616" y="5924153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for domestic workers, labourers, stokvel members — not formal employees.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116"/>
            <a:ext cx="8778259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Impact We're Working Towards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412"/>
            <a:ext cx="359064" cy="359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83705"/>
            <a:ext cx="259004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Better Access to Credit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566491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Verified income records unlock loans, credit, and financial products previously out of reach.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1611412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183705"/>
            <a:ext cx="48397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More Trust Between Workers &amp; Employers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2566491"/>
            <a:ext cx="53278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Transparent, documented payments build accountability and reduce disputes on both sides.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67795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040088"/>
            <a:ext cx="35045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Pathway to Formal Inclusion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422874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Informal income becomes a stepping stone — not a dead end — toward full financial participation.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406" y="3467795"/>
            <a:ext cx="359064" cy="359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4040088"/>
            <a:ext cx="370493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Stronger Community Economies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4422874"/>
            <a:ext cx="53278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workers can prove their worth, entire communities gain access to housing, savings, and opportunity.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61475" y="5174952"/>
            <a:ext cx="10868745" cy="973931"/>
          </a:xfrm>
          <a:prstGeom prst="roundRect">
            <a:avLst>
              <a:gd name="adj" fmla="val 16594"/>
            </a:avLst>
          </a:prstGeom>
          <a:solidFill>
            <a:srgbClr val="B6FCB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957" y="5426373"/>
            <a:ext cx="224427" cy="1794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4867" y="5390356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Stride is more than a payslip.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It is the foundation of a financial identity for millions of workers who have always earned — but never been seen.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2026-06-26T12:36:17Z</dcterms:created>
  <dcterms:modified xsi:type="dcterms:W3CDTF">2026-06-26T12:36:17Z</dcterms:modified>
</cp:coreProperties>
</file>